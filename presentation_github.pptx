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Presentation – 30 minutes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defRPr sz="1800"/>
            </a:pPr>
            <a:r>
              <a:t>Total Duration: 30 minutes</a:t>
            </a:r>
            <a:br/>
            <a:r>
              <a:t>Audience: Beginners with little or no GitHub experience</a:t>
            </a:r>
            <a:br/>
            <a:r>
              <a:t>Goal: Master Git/GitHub basics through practical scenarios</a:t>
            </a:r>
          </a:p>
        </p:txBody>
      </p:sp>
      <p:pic>
        <p:nvPicPr>
          <p:cNvPr id="4" name="Picture 3" descr="02472c01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(5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defRPr sz="1800"/>
            </a:pPr>
            <a:r>
              <a:t>Overview of objectives and 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defRPr sz="1800"/>
            </a:pPr>
            <a:r>
              <a:t>1. Create a GitHub account</a:t>
            </a:r>
            <a:br/>
            <a:r>
              <a:t>2. Initialize a repository</a:t>
            </a:r>
            <a:br/>
            <a:r>
              <a:t>3. Commit and Push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defRPr sz="1800"/>
            </a:pPr>
            <a:r>
              <a:t>Example: Collaborating on an open-source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Cheat 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defRPr sz="1800"/>
            </a:pPr>
            <a:r>
              <a:t>Essential Git commands:</a:t>
            </a:r>
            <a:br/>
            <a:r>
              <a:t>- git init</a:t>
            </a:r>
            <a:br/>
            <a:r>
              <a:t>- git add</a:t>
            </a:r>
            <a:br/>
            <a:r>
              <a:t>- git commit</a:t>
            </a:r>
            <a:br/>
            <a:r>
              <a:t>- git push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defRPr sz="1800"/>
            </a:pPr>
            <a:r>
              <a:t>Create a repository and make a commit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defRPr sz="1800"/>
            </a:pPr>
            <a:r>
              <a:t>Thank you for your attention!</a:t>
            </a:r>
          </a:p>
        </p:txBody>
      </p:sp>
      <p:pic>
        <p:nvPicPr>
          <p:cNvPr id="4" name="Picture 3" descr="02472c01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109</Words>
  <Application>Microsoft Office PowerPoint</Application>
  <PresentationFormat>Affichage à l'écran (4:3)</PresentationFormat>
  <Paragraphs>21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GitHub Presentation – 30 minutes</vt:lpstr>
      <vt:lpstr>Introduction (5 minutes)</vt:lpstr>
      <vt:lpstr>Key Steps</vt:lpstr>
      <vt:lpstr>Practical Scenarios</vt:lpstr>
      <vt:lpstr>Cheat Sheet</vt:lpstr>
      <vt:lpstr>Exercises</vt:lpstr>
      <vt:lpstr>Questions &amp; Support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Ntang, Pierre Marie</cp:lastModifiedBy>
  <cp:revision>1</cp:revision>
  <dcterms:created xsi:type="dcterms:W3CDTF">2013-01-27T09:14:16Z</dcterms:created>
  <dcterms:modified xsi:type="dcterms:W3CDTF">2025-12-23T01:05:36Z</dcterms:modified>
  <cp:category/>
</cp:coreProperties>
</file>